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Slab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9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16fb96bf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16fb96bf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16fb96bfd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16fb96bfd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AI-Powered Collections Strategy</a:t>
            </a:r>
            <a:endParaRPr sz="300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 dirty="0">
                <a:solidFill>
                  <a:schemeClr val="dk1"/>
                </a:solidFill>
              </a:rPr>
              <a:t>Inputs</a:t>
            </a:r>
            <a:endParaRPr lang="en-IN"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Real-time customer data (e.g., income, credit utilization, missed payments, payment history)</a:t>
            </a:r>
            <a:endParaRPr lang="en-US"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Decision Logic</a:t>
            </a:r>
            <a:endParaRPr lang="en-US"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Combines predictive scores and business rules to determine optimal actions</a:t>
            </a:r>
            <a:r>
              <a:rPr lang="en-US" sz="1500" dirty="0"/>
              <a:t>.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/>
              <a:t>D</a:t>
            </a:r>
            <a:r>
              <a:rPr lang="en-US" sz="1500" dirty="0">
                <a:solidFill>
                  <a:schemeClr val="dk1"/>
                </a:solidFill>
              </a:rPr>
              <a:t>ecision engine applies the rules to create targeted interventions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Actions</a:t>
            </a:r>
            <a:endParaRPr lang="en-US"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Automated outreach: payment reminders, hardship offers, repayment plans</a:t>
            </a:r>
            <a:r>
              <a:rPr lang="en-US" sz="1500" dirty="0"/>
              <a:t>.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Tailored customer engagement through SMS, email, or phone calls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Learning Loop</a:t>
            </a:r>
            <a:endParaRPr lang="en-US"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Continuously refines the system's actions based on real-time feedback (e.g., repayment rates, customer engagement)</a:t>
            </a:r>
            <a:r>
              <a:rPr lang="en-US" sz="1500" dirty="0"/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N" sz="15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Components and Workflow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Data Pipeline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Gathers essential customer information, including financial behavior (e.g., income, missed payments, credit utilization)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Decision Engine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Applies machine learning models and business rules to determine actions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Factors in customer’s risk level, payment history, and predicted behavior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Action Layer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Executes interventions: automated SMS/email reminders, customized repayment offers, hardship assistance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Learning Loop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S</a:t>
            </a:r>
            <a:r>
              <a:rPr lang="en" sz="1500">
                <a:solidFill>
                  <a:schemeClr val="dk1"/>
                </a:solidFill>
              </a:rPr>
              <a:t>ystem adapts based on the results of previous actions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F</a:t>
            </a:r>
            <a:r>
              <a:rPr lang="en" sz="1500">
                <a:solidFill>
                  <a:schemeClr val="dk1"/>
                </a:solidFill>
              </a:rPr>
              <a:t>uture decision-making </a:t>
            </a:r>
            <a:r>
              <a:rPr lang="en" sz="1500"/>
              <a:t>improves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/>
              <a:t>based on</a:t>
            </a:r>
            <a:r>
              <a:rPr lang="en" sz="1500">
                <a:solidFill>
                  <a:schemeClr val="dk1"/>
                </a:solidFill>
              </a:rPr>
              <a:t> repayment outcomes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AI autonomously handles routine collections tasks, while human oversight ensures critical decisions are fair and nuanced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588525" y="2261800"/>
          <a:ext cx="6886575" cy="2373925"/>
        </p:xfrm>
        <a:graphic>
          <a:graphicData uri="http://schemas.openxmlformats.org/drawingml/2006/table">
            <a:tbl>
              <a:tblPr>
                <a:noFill/>
                <a:tableStyleId>{2E584E98-F22C-4E6F-8C55-6CFEC2229C57}</a:tableStyleId>
              </a:tblPr>
              <a:tblGrid>
                <a:gridCol w="332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Autonomous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 Oversight</a:t>
                      </a:r>
                      <a:endParaRPr sz="11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Sending automated reminders (SMS/email)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Offering tailored debt restructuring plans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Providing general repayment offers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Reviewing escalations or legal actions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Follow-up for low-risk customers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Verifying high-risk cases (e.g., legal action)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Adaptive behavior based on customer actions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review of sensitive or complex scenarios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Fairness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Regular bias audits to ensure equal treatment of all customer segments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Minimize disparate impact based on demographics or financial status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Transparency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Clear, accessible explanations for all AI-driven decisions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Customers are informed of their rights and the basis of decisions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Compliance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/>
              <a:t>S</a:t>
            </a:r>
            <a:r>
              <a:rPr lang="en" sz="1500">
                <a:solidFill>
                  <a:schemeClr val="dk1"/>
                </a:solidFill>
              </a:rPr>
              <a:t>ystem aligns with GDPR, ECOA, and relevant financial regulations (e.g., consumer protection laws)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Oversigh</a:t>
            </a:r>
            <a:r>
              <a:rPr lang="en" sz="1500" b="1"/>
              <a:t>t</a:t>
            </a:r>
            <a:endParaRPr sz="1500" b="1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Human intervention required for critical decisions or sensitive cases (e.g., denying hardship assistance)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Business Outcomes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15% reduction in 30+ day delinquency for high-risk customers within the first 6 months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Automate 60% of outreach actions, reducing operational costs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Customer Outcomes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Improve customer satisfaction through timely, respectful, and tailored interventions</a:t>
            </a:r>
            <a:r>
              <a:rPr lang="en" sz="1500"/>
              <a:t>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Enhance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trust by offering transparent, fair, and empathetic outreach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Operational Efficiency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Scale operations by automating routine tasks, allowing staff to focus on more complex cases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Geldium’s Collections Strategy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How This AI-Powered System Benefits Geldium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Enhanced Scalability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AI-driven automation allows for large-scale outreach without compromising personalized service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Cost Efficiency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Significant reduction in manual outreach, reducing labor costs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Improved Risk Management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Predictive models help target interventions to at-risk customers, improving collection efficiency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Better Customer Experience</a:t>
            </a:r>
            <a:r>
              <a:rPr lang="en" sz="1500">
                <a:solidFill>
                  <a:schemeClr val="dk1"/>
                </a:solidFill>
              </a:rPr>
              <a:t>:</a:t>
            </a:r>
            <a:r>
              <a:rPr lang="en" sz="1500"/>
              <a:t> </a:t>
            </a:r>
            <a:r>
              <a:rPr lang="en" sz="1500">
                <a:solidFill>
                  <a:schemeClr val="dk1"/>
                </a:solidFill>
              </a:rPr>
              <a:t>Fair and transparent system increases customer trust and satisfaction, leading to higher repayment rates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Roboto</vt:lpstr>
      <vt:lpstr>Roboto Slab</vt:lpstr>
      <vt:lpstr>Arial</vt:lpstr>
      <vt:lpstr>Marina</vt:lpstr>
      <vt:lpstr>AI-Powered Collections Strategy</vt:lpstr>
      <vt:lpstr>How the System Works</vt:lpstr>
      <vt:lpstr>System Components and Workflow</vt:lpstr>
      <vt:lpstr>Role of Agentic AI</vt:lpstr>
      <vt:lpstr>Responsible AI Guardrails</vt:lpstr>
      <vt:lpstr>Expected Business Impact</vt:lpstr>
      <vt:lpstr>Impact on Geldium’s Collections 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Deepali Pandey</dc:creator>
  <cp:lastModifiedBy>Deepali Pandey</cp:lastModifiedBy>
  <cp:revision>1</cp:revision>
  <dcterms:modified xsi:type="dcterms:W3CDTF">2025-10-23T17:18:41Z</dcterms:modified>
</cp:coreProperties>
</file>